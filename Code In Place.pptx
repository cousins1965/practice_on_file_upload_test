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330" y="-13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828800" y="3159760"/>
            <a:ext cx="457200" cy="1034129"/>
          </a:xfrm>
          <a:prstGeom prst="rect">
            <a:avLst/>
          </a:prstGeom>
          <a:noFill/>
        </p:spPr>
        <p:txBody>
          <a:bodyPr wrap="square" lIns="0" tIns="9144" rIns="0" bIns="9144" rtlCol="0" anchor="ctr" anchorCtr="0">
            <a:spAutoFit/>
          </a:bodyPr>
          <a:lstStyle/>
          <a:p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7240" y="1219200"/>
            <a:ext cx="7543800" cy="21526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3600" y="3375491"/>
            <a:ext cx="6172200" cy="685800"/>
          </a:xfrm>
        </p:spPr>
        <p:txBody>
          <a:bodyPr anchor="ctr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637E-4D96-421B-B330-81AE9237CF4C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CB551D-9558-476B-8B04-B4922D9EACE6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637E-4D96-421B-B330-81AE9237CF4C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CB551D-9558-476B-8B04-B4922D9EACE6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267200" y="4074497"/>
            <a:ext cx="457200" cy="101566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4267368"/>
            <a:ext cx="3733800" cy="731520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637E-4D96-421B-B330-81AE9237CF4C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CB551D-9558-476B-8B04-B4922D9EACE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86000" y="1905000"/>
            <a:ext cx="6035040" cy="2350008"/>
          </a:xfrm>
        </p:spPr>
        <p:txBody>
          <a:bodyPr/>
          <a:lstStyle>
            <a:lvl1pPr marL="0" algn="l" defTabSz="914400" rtl="0" eaLnBrk="1" latinLnBrk="0" hangingPunct="1">
              <a:spcBef>
                <a:spcPct val="0"/>
              </a:spcBef>
              <a:buNone/>
              <a:defRPr lang="en-US" sz="5400" b="0" kern="1200" cap="none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637E-4D96-421B-B330-81AE9237CF4C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CB551D-9558-476B-8B04-B4922D9EACE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1344168" y="658368"/>
            <a:ext cx="3273552" cy="3429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5029200" y="658368"/>
            <a:ext cx="3273552" cy="34321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661976"/>
            <a:ext cx="3273552" cy="639762"/>
          </a:xfrm>
        </p:spPr>
        <p:txBody>
          <a:bodyPr anchor="ctr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4168" y="1371600"/>
            <a:ext cx="3276600" cy="27432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29200" y="661976"/>
            <a:ext cx="3273552" cy="639762"/>
          </a:xfrm>
        </p:spPr>
        <p:txBody>
          <a:bodyPr anchor="ctr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29200" y="1371600"/>
            <a:ext cx="3273552" cy="27432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56640" y="520192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80280" y="520192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637E-4D96-421B-B330-81AE9237CF4C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CB551D-9558-476B-8B04-B4922D9EACE6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637E-4D96-421B-B330-81AE9237CF4C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CB551D-9558-476B-8B04-B4922D9EACE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637E-4D96-421B-B330-81AE9237CF4C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CB551D-9558-476B-8B04-B4922D9EACE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5328920" y="1774588"/>
            <a:ext cx="457200" cy="123110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8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1"/>
            <a:ext cx="4343400" cy="3429000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5000" y="685801"/>
            <a:ext cx="2590800" cy="3429000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637E-4D96-421B-B330-81AE9237CF4C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CB551D-9558-476B-8B04-B4922D9EACE6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219200" y="612775"/>
            <a:ext cx="6705600" cy="2546985"/>
          </a:xfr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43200" y="3453047"/>
            <a:ext cx="5029200" cy="72080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5352" y="3331464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637E-4D96-421B-B330-81AE9237CF4C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CB551D-9558-476B-8B04-B4922D9EACE6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33600" y="685801"/>
            <a:ext cx="5791200" cy="3505199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637E-4D96-421B-B330-81AE9237CF4C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B551D-9558-476B-8B04-B4922D9EACE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09600" y="609601"/>
            <a:ext cx="2133600" cy="5181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95600" y="685801"/>
            <a:ext cx="5029200" cy="45720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637E-4D96-421B-B330-81AE9237CF4C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B551D-9558-476B-8B04-B4922D9EACE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chemeClr val="accent6">
                  <a:lumMod val="50000"/>
                  <a:alpha val="36000"/>
                </a:schemeClr>
              </a:gs>
              <a:gs pos="100000">
                <a:schemeClr val="bg2">
                  <a:alpha val="1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 rot="19724275">
            <a:off x="1373221" y="1038440"/>
            <a:ext cx="7240620" cy="5706987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7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 rot="17656910">
            <a:off x="-274211" y="1165875"/>
            <a:ext cx="5538472" cy="4480459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8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 rot="19724275">
            <a:off x="3277955" y="116854"/>
            <a:ext cx="6479362" cy="4754757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8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3600" y="685801"/>
            <a:ext cx="6096000" cy="3657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547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1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fld id="{D2A8637E-4D96-421B-B330-81AE9237CF4C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22960" y="6154738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2960" y="5842000"/>
            <a:ext cx="2133600" cy="304800"/>
          </a:xfrm>
          <a:prstGeom prst="rect">
            <a:avLst/>
          </a:prstGeom>
        </p:spPr>
        <p:txBody>
          <a:bodyPr vert="horz" lIns="91440" tIns="45720" rIns="91440" bIns="9144" rtlCol="0" anchor="b"/>
          <a:lstStyle>
            <a:lvl1pPr algn="l">
              <a:defRPr sz="16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fld id="{78CB551D-9558-476B-8B04-B4922D9EACE6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56032" algn="l" defTabSz="914400" rtl="0" eaLnBrk="1" latinLnBrk="0" hangingPunct="1">
        <a:spcBef>
          <a:spcPct val="20000"/>
        </a:spcBef>
        <a:spcAft>
          <a:spcPts val="0"/>
        </a:spcAft>
        <a:buSzPct val="60000"/>
        <a:buFont typeface="Wingdings" pitchFamily="2" charset="2"/>
        <a:buChar char=""/>
        <a:defRPr sz="21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4008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"/>
        <a:defRPr sz="19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100584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"/>
        <a:defRPr sz="17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37160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"/>
        <a:defRPr sz="16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164592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"/>
        <a:defRPr sz="15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196596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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6pPr>
      <a:lvl7pPr marL="224028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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7pPr>
      <a:lvl8pPr marL="251460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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8pPr>
      <a:lvl9pPr marL="283464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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2000" y="228600"/>
            <a:ext cx="7543800" cy="914400"/>
          </a:xfrm>
        </p:spPr>
        <p:txBody>
          <a:bodyPr>
            <a:normAutofit/>
          </a:bodyPr>
          <a:lstStyle/>
          <a:p>
            <a:r>
              <a:rPr lang="en-US" sz="5400" dirty="0" smtClean="0"/>
              <a:t>        Code </a:t>
            </a:r>
            <a:r>
              <a:rPr lang="en-US" sz="5400" dirty="0"/>
              <a:t>In Place </a:t>
            </a:r>
          </a:p>
        </p:txBody>
      </p:sp>
      <p:sp>
        <p:nvSpPr>
          <p:cNvPr id="3" name="Subtitle 2"/>
          <p:cNvSpPr>
            <a:spLocks noGrp="1"/>
          </p:cNvSpPr>
          <p:nvPr>
            <p:ph sz="quarter" idx="13"/>
          </p:nvPr>
        </p:nvSpPr>
        <p:spPr>
          <a:xfrm>
            <a:off x="685800" y="1600200"/>
            <a:ext cx="4114800" cy="4525963"/>
          </a:xfrm>
          <a:ln>
            <a:solidFill>
              <a:srgbClr val="92D050"/>
            </a:solidFill>
          </a:ln>
        </p:spPr>
        <p:txBody>
          <a:bodyPr/>
          <a:lstStyle/>
          <a:p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dirty="0" smtClean="0"/>
              <a:t>   Imagine you are carrying a heavy school bag on the   earth. Now if you go to mars would it feel lighter or the same </a:t>
            </a:r>
          </a:p>
          <a:p>
            <a:pPr marL="1371600" lvl="3" indent="0">
              <a:buNone/>
            </a:pPr>
            <a:r>
              <a:rPr lang="en-US" sz="5600" dirty="0" smtClean="0">
                <a:solidFill>
                  <a:srgbClr val="FF0000"/>
                </a:solidFill>
              </a:rPr>
              <a:t>??</a:t>
            </a:r>
            <a:endParaRPr lang="en-US" sz="5600" dirty="0">
              <a:solidFill>
                <a:srgbClr val="FF0000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1981200"/>
            <a:ext cx="3352800" cy="37338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12660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6200"/>
            <a:ext cx="7543800" cy="914400"/>
          </a:xfrm>
        </p:spPr>
        <p:txBody>
          <a:bodyPr/>
          <a:lstStyle/>
          <a:p>
            <a:r>
              <a:rPr lang="en-US" dirty="0" smtClean="0"/>
              <a:t>              Problem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57200" y="1600200"/>
            <a:ext cx="4419600" cy="45259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/>
              <a:t> An earthling’s weight on Mars is 37.8% (0.378)of their weight on the Earth.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/>
              <a:t>   Write a program that prompt the user (an earthling ) to enter their  weight on Earth and print their calculated weight on mars </a:t>
            </a:r>
            <a:endParaRPr lang="en-US" sz="32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1676400"/>
            <a:ext cx="3657600" cy="4267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8225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990600" y="304800"/>
            <a:ext cx="7543800" cy="914400"/>
          </a:xfrm>
        </p:spPr>
        <p:txBody>
          <a:bodyPr/>
          <a:lstStyle/>
          <a:p>
            <a:r>
              <a:rPr lang="en-US" dirty="0" smtClean="0"/>
              <a:t>            Important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4294967295"/>
          </p:nvPr>
        </p:nvSpPr>
        <p:spPr>
          <a:xfrm>
            <a:off x="0" y="1524000"/>
            <a:ext cx="8382000" cy="45259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/>
              <a:t>Before </a:t>
            </a:r>
            <a:r>
              <a:rPr lang="en-US" sz="3200" dirty="0"/>
              <a:t>diving into writing the program, we will first understand the following </a:t>
            </a:r>
            <a:r>
              <a:rPr lang="en-US" sz="3200" dirty="0" smtClean="0"/>
              <a:t>terminologies:</a:t>
            </a:r>
          </a:p>
          <a:p>
            <a:pPr marL="0" indent="0">
              <a:buNone/>
            </a:pPr>
            <a:endParaRPr lang="en-US" sz="3200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/>
              <a:t>   Variable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/>
              <a:t>   Type Casting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/>
              <a:t>   Function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90055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09600"/>
            <a:ext cx="7543800" cy="914400"/>
          </a:xfrm>
        </p:spPr>
        <p:txBody>
          <a:bodyPr/>
          <a:lstStyle/>
          <a:p>
            <a:r>
              <a:rPr lang="en-US" sz="5400" dirty="0"/>
              <a:t>Variable</a:t>
            </a:r>
            <a:r>
              <a:rPr lang="en-US" dirty="0" smtClean="0"/>
              <a:t> and Type Casting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34478"/>
            <a:ext cx="4800600" cy="388532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986" y="2134478"/>
            <a:ext cx="4419599" cy="3885321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 flipH="1">
            <a:off x="2971800" y="2438400"/>
            <a:ext cx="5257800" cy="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2971800" y="2514600"/>
            <a:ext cx="0" cy="106680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  <a:scene3d>
            <a:camera prst="isometricLeftDown"/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8229600" y="2514600"/>
            <a:ext cx="0" cy="68580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5144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762000"/>
            <a:ext cx="818769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269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04800"/>
            <a:ext cx="7543800" cy="914400"/>
          </a:xfrm>
        </p:spPr>
        <p:txBody>
          <a:bodyPr/>
          <a:lstStyle/>
          <a:p>
            <a:r>
              <a:rPr lang="en-US" dirty="0" smtClean="0"/>
              <a:t>    String Concatenation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752600"/>
            <a:ext cx="4038600" cy="381000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892" y="1154430"/>
            <a:ext cx="4917831" cy="50063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043335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lemental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19800000"/>
            </a:lightRig>
          </a:scene3d>
          <a:sp3d prstMaterial="metal">
            <a:bevelT w="38100" h="3810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40000"/>
                <a:satMod val="18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4000"/>
                <a:satMod val="280000"/>
              </a:schemeClr>
              <a:schemeClr val="phClr">
                <a:tint val="60000"/>
                <a:sat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Elemental</Template>
  <TotalTime>673</TotalTime>
  <Words>106</Words>
  <Application>Microsoft Office PowerPoint</Application>
  <PresentationFormat>On-screen Show (4:3)</PresentationFormat>
  <Paragraphs>15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Elemental</vt:lpstr>
      <vt:lpstr>        Code In Place </vt:lpstr>
      <vt:lpstr>              Problem </vt:lpstr>
      <vt:lpstr>            Important </vt:lpstr>
      <vt:lpstr>Variable and Type Casting</vt:lpstr>
      <vt:lpstr>PowerPoint Presentation</vt:lpstr>
      <vt:lpstr>    String Concatenation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in place</dc:title>
  <dc:creator>shoaibbloch48@gmail.com</dc:creator>
  <cp:lastModifiedBy>shoaibbloch48@gmail.com</cp:lastModifiedBy>
  <cp:revision>20</cp:revision>
  <dcterms:created xsi:type="dcterms:W3CDTF">2025-03-06T12:40:54Z</dcterms:created>
  <dcterms:modified xsi:type="dcterms:W3CDTF">2025-03-09T18:48:51Z</dcterms:modified>
</cp:coreProperties>
</file>